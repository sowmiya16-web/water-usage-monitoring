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37160" cy="292608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92024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</a:defRPr>
            </a:pPr>
            <a:r>
              <a:t>SMART WATER USAGE MONITORING SYSTEM</a:t>
            </a:r>
          </a:p>
          <a:p>
            <a:pPr>
              <a:spcAft>
                <a:spcPts val="2400"/>
              </a:spcAft>
              <a:defRPr sz="2000">
                <a:solidFill>
                  <a:srgbClr val="0284C7"/>
                </a:solidFill>
              </a:defRPr>
            </a:pPr>
            <a:r>
              <a:t>Master Project Implementation Plan &amp; Complete System Architecture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Tech Stack: React 19  |  Spring Boot 3  |  MySQL 8.0  |  Spring Security JWT  |  IoT Telematics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SMART WATER MONITORING SYSTEM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Executive Summary &amp; Core Platform Vision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F4C81"/>
                </a:solidFill>
              </a:defRPr>
            </a:pPr>
            <a:r>
              <a:t>Problem Statement &amp; Vision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Residential complexes face unmonitored water wastage, manual reading errors, and disputed bills.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Need an IoT-enabled SaaS platform automating end-to-end water management, billing, and telematics.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Provides real-time visibility across Administrators, Property Managers, and Residents.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F4C81"/>
                </a:solidFill>
              </a:defRPr>
            </a:pPr>
            <a:r>
              <a:t>Key Capabilities &amp; Features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Smart Water Meter Binding &amp; Telematics (Battery, Signal, Online/Alert status).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Tiered Volumetric Billing Engine (Volumetric rates + Base charges + Common area split + 18% GST).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Automated Onboarding &amp; HTML Email Dispatch via SMTP JavaMailSender.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Anomaly Leak Detection triggering emergency work orders automatically.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SMART WATER MONITORING SYSTEM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Full Technology Stack &amp; Development Ecosystem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F4C81"/>
                </a:solidFill>
              </a:defRPr>
            </a:pPr>
            <a:r>
              <a:t>Frontend UI Layer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React 19 (Functional Components &amp; Hooks)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Vite 8 Dev Server &amp; Bundler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React Router v7 Client Routing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Context API (ProfileContext.jsx)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Vanilla CSS Glassmorphism Layouts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F4C81"/>
                </a:solidFill>
              </a:defRPr>
            </a:pPr>
            <a:r>
              <a:t>Backend &amp; Security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Java 21 (LTS) Runtime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Spring Boot 3.2.5 Framework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Spring Security 6 Stateless Filter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JJWT (io.jsonwebtoken 0.11.5)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Spring Data JPA &amp; Hibernate 6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JavaMailSender SMTP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F4C81"/>
                </a:solidFill>
              </a:defRPr>
            </a:pPr>
            <a:r>
              <a:t>Database &amp; Ports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MySQL 8.0 Production Database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H2 In-Memory Fallback Profile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Frontend Port: 5173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Backend Port: 8080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MySQL DB Port: 3306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H2 Console: /h2-console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SMART WATER MONITORING SYSTEM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End-to-End Request/Response Data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F4C81"/>
                </a:solidFill>
              </a:defRPr>
            </a:pPr>
            <a:r>
              <a:t>Sequence Flow Step-by-Step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1. USER ACTION: User interacts with React UI component (e.g., submitting AddResident form).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2. SERVICE LAYER: Client service (`apiConfig.js`) attaches `Authorization: Bearer &lt;JWT&gt;` header.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3. SECURITY FILTER: `JwtAuthenticationFilter` intercepts request, validates JWT signature &amp; populates SecurityContext.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4. REST CONTROLLER: Target Controller (`@PostMapping('/api/residents')`) receives validated DTO.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5. BUSINESS SERVICE: `ResidentService` executes logic (hashes password via BCrypt, triggers EmailService).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6. PERSISTENCE LAYER: Spring Data JPA translates entity operations into SQL execution on MySQL (Port 3306).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7. RESPONSE DISPATCH: Controller returns `ApiResponse&lt;T&gt;` JSON back to React state and updates LocalStorage.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SMART WATER MONITORING SYSTEM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Relational Database Schema (10 Core Tables)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F4C81"/>
                </a:solidFill>
              </a:defRPr>
            </a:pPr>
            <a:r>
              <a:t>Authentication &amp; Structure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users: User accounts, email, phone, BCrypt password hash.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roles: Security roles (ROLE_RESIDENT, ROLE_ADMIN, ROLE_MANAGER).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user_roles: Junction table for Many-to-Many role assignments.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building: Physical structures (building_name, total_floors, units).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apartment: Apartment units mapped to buildings &amp; resident users.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F4C81"/>
                </a:solidFill>
              </a:defRPr>
            </a:pPr>
            <a:r>
              <a:t>Telematics, Billing &amp; Tasks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water_meter: Meter serials, apartment binding, battery %, status.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water_usage: Historical reading logs &amp; consumption in KL.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bill: Monthly utility invoices (volumetric, base, GST, status).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payment: Digital transaction receipts &amp; settlement logs.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maintenance_request &amp; complaint: Work orders &amp; support tickets.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SMART WATER MONITORING SYSTEM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Role-Based Multi-Tenant User Portals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F4C81"/>
                </a:solidFill>
              </a:defRPr>
            </a:pPr>
            <a:r>
              <a:t>Property Administrator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System-wide analytics dashboard.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Resident onboarding (5-section form).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Building &amp; apartment unit setup.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Water meter binding &amp; telemetry.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Tariff rules &amp; billing reports.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F4C81"/>
                </a:solidFill>
              </a:defRPr>
            </a:pPr>
            <a:r>
              <a:t>Property Manager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Building consumption monitoring.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Maintenance &amp; work order logs.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Assign emergency plumbing tasks.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Occupancy &amp; consumption reports.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Building-level infrastructure logs.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F4C81"/>
                </a:solidFill>
              </a:defRPr>
            </a:pPr>
            <a:r>
              <a:t>Resident User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Personal consumption trends.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Itemized current bill breakdown.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Digital online bill payment portal.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Billing &amp; payment history log.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Support &amp; complaint ticketing.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SMART WATER MONITORING SYSTEM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Feature Highlight: Onboarding &amp; HTML Email Service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F4C81"/>
                </a:solidFill>
              </a:defRPr>
            </a:pPr>
            <a:r>
              <a:t>5-Section Onboarding Form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Personal Info (Name, DOB, Gender, Profile Photo).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Contact Details (Email, Mobile, Alternate Phone).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Residential Info (Flat Number, Building, Street, Pincode).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Resident Status (Owner/Tenant, Family Members, Move-in Date).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Water Meter Info (Meter ID, Serial Number, Initial Reading).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F4C81"/>
                </a:solidFill>
              </a:defRPr>
            </a:pPr>
            <a:r>
              <a:t>Automated Credential Email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Generates 10-character random temporary password.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Hashes password using `BCryptPasswordEncoder`.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Creates `User` account with `ROLE_RESIDENT` authority.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Triggers `EmailService.java` sending structured HTML welcome email containing login link and temporary credentials.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SMART WATER MONITORING SYSTEM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Feature Highlight: Automated Billing Cron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F4C81"/>
                </a:solidFill>
              </a:defRPr>
            </a:pPr>
            <a:r>
              <a:t>BillSchedulerService.java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Annotated with `@EnableScheduling` and `@Scheduled(cron = '0 0 0 1 * ?')`.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Runs automatically at 00:00 on the 1st of every month.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Computes consumption per apartment and applies tiered rates.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Calculates Subtotal + **18% GST** and saves `Bill` entity.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Exposes `POST /api/bills/generate-monthly` for on-demand trigger.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F4C81"/>
                </a:solidFill>
              </a:defRPr>
            </a:pPr>
            <a:r>
              <a:t>Itemized Invoice Calculation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Tier 1 Volumetric Charge: 0 - 15.0 KL @ ₹15.00/KL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Fixed Base Infrastructure Fee: ₹150.00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Common Area Water Split: ₹100.00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GST Taxes (18%): Calculated on Subtotal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Due Date: Set automatically to 15 days from billing date.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SMART WATER MONITORING SYSTEM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Feature Highlight: Leak Anomaly &amp; Work Orders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F4C81"/>
                </a:solidFill>
              </a:defRPr>
            </a:pPr>
            <a:r>
              <a:t>Automated Emergency Dispatch Workflow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1. TELEMETRY RECORDING: Water meter readings recorded via `POST /api/meters/{meterId}/usage`.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2. ANOMALY THRESHOLD CHECK: `WaterMeterController.java` checks daily consumption value against safety limit (&gt; 5.0 KL).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3. METER STATUS TRANSITION: If threshold exceeded, water meter status automatically updates to `ALERT`.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4. WORK ORDER LOGGING: Automatically creates an `EMERGENCY` priority task in `maintenance_request` table.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5. DISPATCH: Task assigned to 'Plumbing Emergency Team' for immediate inspection and leak repair.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SMART WATER MONITORING SYSTEM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Localhost Setup &amp; Interview Presentation Pitch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F4C81"/>
                </a:solidFill>
              </a:defRPr>
            </a:pPr>
            <a:r>
              <a:t>Localhost Execution Commands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Start MySQL 8.0 Service on Port 3306 (`water_monitoring`).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Backend Launch: `cd backend/spring-boot-app` -&gt; `mvn spring-boot:run` (Runs on http://localhost:8080)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Frontend Launch: `cd frontend` -&gt; `npm run dev` (Runs on http://localhost:5173)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H2 Offline Profile: `mvn spring-boot:run "-Dspring-boot.run.profiles=h2"`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F4C81"/>
                </a:solidFill>
              </a:defRPr>
            </a:pPr>
            <a:r>
              <a:t>30-Second Interview Pitch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"I developed an enterprise **Smart Water Usage Monitoring System** using React 19, Spring Boot 3, Spring Security JWT, and MySQL."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"It automates real-time meter telematics, tiered volumetric billing with 18% GST, digital payments, and multi-tenant portals."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"Highlights include stateless JWT auth, automated resident onboarding with HTML credential emails, automated billing cron scheduling, and emergency leak anomaly detection."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